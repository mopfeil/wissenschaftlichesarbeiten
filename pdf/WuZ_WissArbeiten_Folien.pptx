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</p:sldIdLst>
  <p:sldSz cx="7560005" cy="532800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5" cy="5328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